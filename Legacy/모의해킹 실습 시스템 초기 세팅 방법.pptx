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35491-05EC-25EB-7727-F74745940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351032-3A12-3DF2-7F58-295AA9A7F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11B6C5-CA03-FC52-1118-6B8ACCBE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3C41CF-DFE4-314E-E468-D680CF7A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1E261-8F1C-7359-C87C-5D882727F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97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1F384-A6BA-3DDC-6CD7-6F47E073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DE48F-19EA-AD06-E0BA-3E9F3E35B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9E437D-C07B-241C-36A3-0EDF1F2B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BB18D6-A5C1-0048-8349-E7079E91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6284C-45EF-D269-209C-E62C4252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50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B722F-E5B2-8B6F-2854-BE9B6BBF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DBB8CD-D09A-64A7-7FF6-F38D55367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9BAFA-192B-9DCC-C6FB-A34B97A6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98467C-6626-03EF-2FB7-402D5089D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968155-460A-62EB-1718-5A650842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EDB279-BEEE-CDD2-70C2-A5DD191FD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A79345-7370-B6E0-AB8A-03182C04E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1DEA04-D584-356B-1F99-4FA1E523B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B7EA90-7C18-67A8-32B3-19C22B1CE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457C63-4993-7CEA-2C39-491479E6A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387890-CDC6-3BBB-5BFB-8166D4F2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041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DABD6-43E9-BD73-6173-67EA051B3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CA4CFD-552C-B9E4-AF02-17869C66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276E0A-73DE-2734-8CBE-B15C1C56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CD7D25-7D08-7BA9-4C3C-971598DD4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DCEE3A-497F-C88C-83DF-C0A53385C9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D9472F4-27ED-D615-E776-63C08F1B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0EE863-1E96-B427-1647-BA35FC75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B50ACC-AAB1-8562-AFA0-A66A49F4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519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95C6D-9988-FB09-996E-D7EF93A2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EFF2B06-00E1-8D31-DE59-63532192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531DF8-D58D-D811-0A92-BCFBB8A5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7A1B9A-C032-5AFB-F61F-66CD46D7D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86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B64340-1D90-5CBA-6B01-E4227CC9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75F5D5-D264-4215-3FCC-4543AD5F9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372F55-FF98-53C8-92FB-673C4027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80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305CC-B27E-997E-7CCC-BD63C4BF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03CDA8-F4CF-120D-6F9D-9035D5ABF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12E356-8153-36F5-445B-7E8517531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3561B2-4E10-BBEF-0987-56816225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405DF3-3EE7-1CF0-DC1E-FA2E65C8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695EE3-1841-BFCF-BACA-DFA3EB62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61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AFDF65-E2BF-44C0-F39C-60854F3D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BC4C17A-B8FB-AD01-0712-26683092B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8BB354-13FD-A5DF-B0DA-D3A579611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4D34C8-4D13-B499-4761-D13DC30B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E608F4-284A-2916-67DA-55BA3A077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6F7384-C6A6-8EFA-905C-2093B13FB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009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293BE-7008-634E-DD3C-ACD9E2AC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D8DD09-5EFD-F703-9ED3-B1F3B8C23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C36D9-CCF0-3C83-417B-CC91C5C8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F4193-7CD5-3787-FD50-ECED2B22A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F69E50-6B3C-651F-BFC1-988039D21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15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412238-9C26-DF82-ED74-845E26BE9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77DE7E-9C87-67E1-D868-9AAE96F94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DFCF2A-10D2-067A-9241-956C3B81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DE1976-F714-0CF4-59E1-286A0DB2B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724050-CB35-AF51-063F-E2449047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5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E2E978-7736-9171-D981-42349384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7C20D8-50A9-D157-CC5B-3004FFAB5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919173-0056-7619-6426-56694AF48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408CF-F979-4320-AE0B-F7E58C36ADEA}" type="datetimeFigureOut">
              <a:rPr lang="ko-KR" altLang="en-US" smtClean="0"/>
              <a:t>2026-03-14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041E99-11AF-BE8C-A4A1-2F90F9B99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E665A4-A36B-A120-4743-FE3F2E05D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37D26-1CE2-4D91-85FD-237667FFF6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76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8011/spring-form/notice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4790-9279-455A-696F-94BDC44B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1CC85-949C-2CD1-6995-07F54464F6F7}"/>
              </a:ext>
            </a:extLst>
          </p:cNvPr>
          <p:cNvSpPr txBox="1"/>
          <p:nvPr/>
        </p:nvSpPr>
        <p:spPr>
          <a:xfrm>
            <a:off x="1703611" y="2721114"/>
            <a:ext cx="87847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err="1"/>
              <a:t>모의해킹</a:t>
            </a:r>
            <a:r>
              <a:rPr lang="ko-KR" altLang="en-US" sz="4000" dirty="0"/>
              <a:t> 실습 시스템 초기 세팅 방법</a:t>
            </a:r>
            <a:endParaRPr lang="en-US" altLang="ko-KR" sz="4000" dirty="0"/>
          </a:p>
        </p:txBody>
      </p:sp>
    </p:spTree>
    <p:extLst>
      <p:ext uri="{BB962C8B-B14F-4D97-AF65-F5344CB8AC3E}">
        <p14:creationId xmlns:p14="http://schemas.microsoft.com/office/powerpoint/2010/main" val="1613872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0F7A374D-4183-07A0-08D4-A39C97618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746" y="0"/>
            <a:ext cx="87245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82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EB419-6F78-117B-8F5E-29D5AC33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079AA2-C041-131F-3569-59F9229ED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82694" cy="3486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1232F4-E9A3-620F-7040-B9C4D5EC2FD4}"/>
              </a:ext>
            </a:extLst>
          </p:cNvPr>
          <p:cNvSpPr txBox="1"/>
          <p:nvPr/>
        </p:nvSpPr>
        <p:spPr>
          <a:xfrm>
            <a:off x="6582694" y="2096650"/>
            <a:ext cx="474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Cvepratice.zip </a:t>
            </a:r>
            <a:r>
              <a:rPr lang="ko-KR" altLang="en-US" dirty="0"/>
              <a:t>다운 후 압축해제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CF80BF-C122-16F1-9D5B-D2A9F9E45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4014"/>
            <a:ext cx="7261874" cy="3913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8186D2-C3CE-9D1E-54DA-11C4B727CC28}"/>
              </a:ext>
            </a:extLst>
          </p:cNvPr>
          <p:cNvSpPr txBox="1"/>
          <p:nvPr/>
        </p:nvSpPr>
        <p:spPr>
          <a:xfrm>
            <a:off x="7243090" y="3422067"/>
            <a:ext cx="474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건너뛰기 클릭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63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3FC3B-C3FB-6486-790C-2036A8D0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6D8EB5-E563-F8FE-6FA6-A6F0C81EF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2528"/>
            <a:ext cx="6718573" cy="4792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FE482B-27B1-C7EE-9904-9B2EC48D166E}"/>
              </a:ext>
            </a:extLst>
          </p:cNvPr>
          <p:cNvSpPr txBox="1"/>
          <p:nvPr/>
        </p:nvSpPr>
        <p:spPr>
          <a:xfrm>
            <a:off x="7243090" y="3422067"/>
            <a:ext cx="4747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Shift + </a:t>
            </a:r>
            <a:r>
              <a:rPr lang="ko-KR" altLang="en-US" dirty="0" err="1"/>
              <a:t>우클릭</a:t>
            </a:r>
            <a:r>
              <a:rPr lang="ko-KR" altLang="en-US" dirty="0"/>
              <a:t> 후 터미널에서 열기</a:t>
            </a:r>
          </a:p>
        </p:txBody>
      </p:sp>
    </p:spTree>
    <p:extLst>
      <p:ext uri="{BB962C8B-B14F-4D97-AF65-F5344CB8AC3E}">
        <p14:creationId xmlns:p14="http://schemas.microsoft.com/office/powerpoint/2010/main" val="417856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2EADB-75DB-DCC2-1BD6-5B7089DD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4B6CC2A-5DE8-A39F-5821-D4CD0896B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804"/>
            <a:ext cx="8260352" cy="4728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E9DBD7-3BEE-A74D-A36C-B25B526A51A3}"/>
              </a:ext>
            </a:extLst>
          </p:cNvPr>
          <p:cNvSpPr txBox="1"/>
          <p:nvPr/>
        </p:nvSpPr>
        <p:spPr>
          <a:xfrm>
            <a:off x="8905636" y="3105834"/>
            <a:ext cx="2621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Docker-compose</a:t>
            </a:r>
            <a:r>
              <a:rPr lang="ko-KR" altLang="en-US" dirty="0"/>
              <a:t> </a:t>
            </a:r>
            <a:r>
              <a:rPr lang="en-US" altLang="ko-KR" dirty="0"/>
              <a:t>up</a:t>
            </a:r>
            <a:r>
              <a:rPr lang="ko-KR" altLang="en-US" dirty="0"/>
              <a:t> </a:t>
            </a:r>
            <a:r>
              <a:rPr lang="en-US" altLang="ko-KR" dirty="0"/>
              <a:t>–d</a:t>
            </a:r>
            <a:r>
              <a:rPr lang="ko-KR" altLang="en-US" dirty="0"/>
              <a:t> 입력 후 대기</a:t>
            </a:r>
          </a:p>
        </p:txBody>
      </p:sp>
    </p:spTree>
    <p:extLst>
      <p:ext uri="{BB962C8B-B14F-4D97-AF65-F5344CB8AC3E}">
        <p14:creationId xmlns:p14="http://schemas.microsoft.com/office/powerpoint/2010/main" val="157297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A9820-9EB2-1F05-4370-6E067EFBD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B76889-5906-2481-BC27-D954E44E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8" y="1400901"/>
            <a:ext cx="7889384" cy="43718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7FCEE-A371-B950-6352-850D9D35E585}"/>
              </a:ext>
            </a:extLst>
          </p:cNvPr>
          <p:cNvSpPr txBox="1"/>
          <p:nvPr/>
        </p:nvSpPr>
        <p:spPr>
          <a:xfrm>
            <a:off x="8905636" y="3105834"/>
            <a:ext cx="2621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설치가 완료된 화면</a:t>
            </a:r>
          </a:p>
        </p:txBody>
      </p:sp>
    </p:spTree>
    <p:extLst>
      <p:ext uri="{BB962C8B-B14F-4D97-AF65-F5344CB8AC3E}">
        <p14:creationId xmlns:p14="http://schemas.microsoft.com/office/powerpoint/2010/main" val="2713718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8722-6373-1648-C214-4BCF11E8C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A98EF7-D47E-94FE-80CB-397562CA5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564" y="255482"/>
            <a:ext cx="9402618" cy="4953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F8EFEE-DA2B-A018-10E3-273A5EA79C0E}"/>
              </a:ext>
            </a:extLst>
          </p:cNvPr>
          <p:cNvSpPr txBox="1"/>
          <p:nvPr/>
        </p:nvSpPr>
        <p:spPr>
          <a:xfrm>
            <a:off x="3514881" y="5396452"/>
            <a:ext cx="5162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Docker desktop </a:t>
            </a:r>
            <a:r>
              <a:rPr lang="ko-KR" altLang="en-US" dirty="0"/>
              <a:t>에서 컨테이너 올라갔는지 확인</a:t>
            </a:r>
          </a:p>
        </p:txBody>
      </p:sp>
    </p:spTree>
    <p:extLst>
      <p:ext uri="{BB962C8B-B14F-4D97-AF65-F5344CB8AC3E}">
        <p14:creationId xmlns:p14="http://schemas.microsoft.com/office/powerpoint/2010/main" val="345824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1963-49A9-DB00-BD78-FB5EF21B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F6EE22-C56F-4DD6-92EF-991452450CEA}"/>
              </a:ext>
            </a:extLst>
          </p:cNvPr>
          <p:cNvSpPr txBox="1"/>
          <p:nvPr/>
        </p:nvSpPr>
        <p:spPr>
          <a:xfrm>
            <a:off x="7019636" y="762061"/>
            <a:ext cx="51723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2"/>
              </a:rPr>
              <a:t>http://localhost:8011/spring-form/notices</a:t>
            </a:r>
            <a:endParaRPr lang="en-US" altLang="ko-KR" dirty="0"/>
          </a:p>
          <a:p>
            <a:r>
              <a:rPr lang="ko-KR" altLang="en-US" dirty="0"/>
              <a:t>로 접속하여 정상 작동되는지 확인 후 실습진행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955B0C-8363-5371-F170-708445862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3454"/>
            <a:ext cx="6935628" cy="56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17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와이드스크린</PresentationFormat>
  <Paragraphs>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</dc:creator>
  <cp:lastModifiedBy>EZ</cp:lastModifiedBy>
  <cp:revision>1</cp:revision>
  <dcterms:created xsi:type="dcterms:W3CDTF">2026-03-14T02:03:38Z</dcterms:created>
  <dcterms:modified xsi:type="dcterms:W3CDTF">2026-03-14T02:04:10Z</dcterms:modified>
</cp:coreProperties>
</file>